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sldIdLst>
    <p:sldId id="257" r:id="rId5"/>
    <p:sldId id="258" r:id="rId6"/>
    <p:sldId id="260" r:id="rId7"/>
    <p:sldId id="259" r:id="rId8"/>
    <p:sldId id="262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CB16-7AB3-EEF2-2ACD-6E69865A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1DBDC-2DA1-24CA-E1EF-BE536318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810" y="2317075"/>
            <a:ext cx="10522131" cy="1601782"/>
          </a:xfrm>
        </p:spPr>
        <p:txBody>
          <a:bodyPr>
            <a:normAutofit fontScale="90000"/>
          </a:bodyPr>
          <a:lstStyle/>
          <a:p>
            <a:r>
              <a:rPr lang="es-CO" sz="2000" dirty="0"/>
              <a:t> </a:t>
            </a:r>
            <a:br>
              <a:rPr lang="es-CO" sz="2000" dirty="0"/>
            </a:br>
            <a:br>
              <a:rPr lang="es-CO" sz="2000" dirty="0"/>
            </a:br>
            <a:r>
              <a:rPr lang="es-CO" sz="2000" dirty="0"/>
              <a:t>Braham J. Garzón</a:t>
            </a:r>
            <a:br>
              <a:rPr lang="es-CO" sz="2000" dirty="0"/>
            </a:br>
            <a:r>
              <a:rPr lang="es-CO" sz="2000" dirty="0"/>
              <a:t>Jeisson Cante</a:t>
            </a:r>
            <a:br>
              <a:rPr lang="es-CO" sz="2000" dirty="0"/>
            </a:br>
            <a:r>
              <a:rPr lang="es-CO" sz="2000" dirty="0"/>
              <a:t>Johan peña </a:t>
            </a:r>
            <a:br>
              <a:rPr lang="es-CO" sz="2000" dirty="0"/>
            </a:br>
            <a:r>
              <a:rPr lang="es-CO" sz="2000" dirty="0"/>
              <a:t>David verano </a:t>
            </a:r>
            <a:br>
              <a:rPr lang="es-CO" sz="2000" dirty="0"/>
            </a:br>
            <a:r>
              <a:rPr lang="es-CO" sz="2000" dirty="0"/>
              <a:t>Juan Sánchez </a:t>
            </a:r>
            <a:br>
              <a:rPr lang="es-CO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72B523-5784-4305-C6DC-2EE6A2ABCC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Proyecto integrador Baler Belt</a:t>
            </a:r>
          </a:p>
          <a:p>
            <a:r>
              <a:rPr lang="es-ES" dirty="0"/>
              <a:t>Universidad de san Buenaventura</a:t>
            </a:r>
          </a:p>
          <a:p>
            <a:r>
              <a:rPr lang="es-ES" dirty="0"/>
              <a:t>Bogotá D.C.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2899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25767-7024-5A4C-8858-FA4D3A824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2" y="2790074"/>
            <a:ext cx="5055326" cy="1277851"/>
          </a:xfrm>
        </p:spPr>
        <p:txBody>
          <a:bodyPr>
            <a:normAutofit fontScale="90000"/>
          </a:bodyPr>
          <a:lstStyle/>
          <a:p>
            <a:r>
              <a:rPr lang="es-ES" sz="1600" dirty="0"/>
              <a:t>1) Planteamiento del problema.</a:t>
            </a:r>
            <a:br>
              <a:rPr lang="es-ES" sz="1600" dirty="0"/>
            </a:br>
            <a:br>
              <a:rPr lang="es-ES" sz="1600" dirty="0"/>
            </a:br>
            <a:r>
              <a:rPr lang="es-ES" sz="1600" dirty="0"/>
              <a:t>Problemática en el sector industrial de las embaladoras de correas</a:t>
            </a:r>
            <a:br>
              <a:rPr lang="es-ES" dirty="0"/>
            </a:br>
            <a:endParaRPr lang="es-CO" dirty="0"/>
          </a:p>
        </p:txBody>
      </p:sp>
      <p:pic>
        <p:nvPicPr>
          <p:cNvPr id="1026" name="Picture 2" descr="Exportaciones de la industria del cuero: van 8 años a la baja | Más Colombia">
            <a:extLst>
              <a:ext uri="{FF2B5EF4-FFF2-40B4-BE49-F238E27FC236}">
                <a16:creationId xmlns:a16="http://schemas.microsoft.com/office/drawing/2014/main" id="{570D8F17-3437-01C9-7E8D-670BC34319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763" y="1823509"/>
            <a:ext cx="4816475" cy="321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07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BF62-FD07-78D8-C51E-4231A354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E0BCC-F3A4-D025-DEB8-CA27F77B9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174" y="2282241"/>
            <a:ext cx="8205652" cy="783176"/>
          </a:xfrm>
        </p:spPr>
        <p:txBody>
          <a:bodyPr>
            <a:normAutofit fontScale="90000"/>
          </a:bodyPr>
          <a:lstStyle/>
          <a:p>
            <a:r>
              <a:rPr lang="es-CO" sz="2000" dirty="0"/>
              <a:t> </a:t>
            </a:r>
            <a:br>
              <a:rPr lang="es-CO" sz="2000" dirty="0"/>
            </a:br>
            <a:br>
              <a:rPr lang="es-CO" sz="2000" dirty="0"/>
            </a:br>
            <a:r>
              <a:rPr lang="es-ES" sz="2000" dirty="0"/>
              <a:t> 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Formulación del problema </a:t>
            </a:r>
            <a:br>
              <a:rPr lang="es-ES" sz="2000" dirty="0"/>
            </a:br>
            <a:r>
              <a:rPr lang="es-ES" sz="2000" dirty="0"/>
              <a:t>	</a:t>
            </a:r>
            <a:br>
              <a:rPr lang="es-ES" sz="2000" dirty="0"/>
            </a:br>
            <a:br>
              <a:rPr lang="es-CO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3411E-D2C7-1E96-AE84-9B5C72A13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9366" y="3600995"/>
            <a:ext cx="6801612" cy="1239894"/>
          </a:xfrm>
        </p:spPr>
        <p:txBody>
          <a:bodyPr>
            <a:normAutofit fontScale="850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¿Cómo mejorar la precisión, repetitividad y eficiencia del proceso de embalaje de correas en talleres y pequeñas industrias, mediante el diseño y construcción de una embaladora automatizada accesible y de bajo costo que integre sensores, control electrónico y una solución mecánica diseñada en 3D?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91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675CB97-0689-9144-17DA-F86D544D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Objetivo General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874C73-6923-E05B-B5A2-556DA6F4B2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Diseñar y construir un prototipo automatizado de embaladora de correas (Baler Belt) que integre sensores, control electrónico y un sistema mecánico en 3D, con el fin de optimizar el proceso de embalaje en pequeñas industrias.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BDE60F-D8C1-96D9-AF87-EBE40657271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O" dirty="0"/>
              <a:t>Diseñar la parte mecánica</a:t>
            </a:r>
          </a:p>
          <a:p>
            <a:r>
              <a:rPr lang="es-ES" dirty="0"/>
              <a:t>Desarrollar el circuito de control electrónico</a:t>
            </a:r>
          </a:p>
          <a:p>
            <a:r>
              <a:rPr lang="es-CO" dirty="0"/>
              <a:t>Programar el firmware </a:t>
            </a:r>
          </a:p>
          <a:p>
            <a:r>
              <a:rPr lang="es-ES" dirty="0"/>
              <a:t>Seleccionar y adquirir los componentes principales</a:t>
            </a:r>
          </a:p>
          <a:p>
            <a:r>
              <a:rPr lang="es-ES" dirty="0"/>
              <a:t>Construir y ensamblar el prototipo</a:t>
            </a:r>
          </a:p>
          <a:p>
            <a:r>
              <a:rPr lang="es-CO" dirty="0"/>
              <a:t>Evaluar el rendimiento funcional</a:t>
            </a:r>
          </a:p>
          <a:p>
            <a:r>
              <a:rPr lang="es-ES" dirty="0"/>
              <a:t>Optimizar parámetros de control y diseño</a:t>
            </a:r>
          </a:p>
          <a:p>
            <a:r>
              <a:rPr lang="es-ES" dirty="0"/>
              <a:t>Elaborar documentación técnica y guía de operación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F9BD68-E6CE-C99E-94BC-26D395706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b="1" dirty="0"/>
              <a:t>Objetivos Específicos</a:t>
            </a:r>
            <a:endParaRPr lang="es-CO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44AE48B-2BF1-5F13-2C2E-C0A8CE46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CO" dirty="0"/>
            </a:br>
            <a:br>
              <a:rPr lang="es-CO" dirty="0"/>
            </a:br>
            <a:r>
              <a:rPr lang="es-CO" b="1" dirty="0"/>
              <a:t> Objetivos </a:t>
            </a:r>
            <a:br>
              <a:rPr lang="es-CO" b="1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5491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4416-5F4A-1736-0644-69D55CC5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F0C94892-19A8-21D1-D5D2-7DAE25984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Diseño conceptual y modelado 3D</a:t>
            </a:r>
            <a:endParaRPr lang="es-CO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BAD70D-C784-93BB-0E81-7741B00DB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75009" y="1493747"/>
            <a:ext cx="2801874" cy="497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DCB97DE-8A20-F193-E877-35D243451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313" y="2582497"/>
            <a:ext cx="1876425" cy="148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DB58372-0E7A-5644-3284-137A0BC7D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313" y="4377941"/>
            <a:ext cx="3138873" cy="188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80B2577-B636-FC15-BB77-D3A3D13AA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32" y="2582497"/>
            <a:ext cx="2181225" cy="180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ACF9C823-55E9-6A55-278E-444405B0E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32" y="4730653"/>
            <a:ext cx="21812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6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59A1-0067-5CF8-37EE-93B057E66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556DAC69-1FC0-538B-1C1D-7B5A1FED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286" y="183642"/>
            <a:ext cx="7729728" cy="1188720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/>
              <a:t>planos electrónicos del accionamiento de un sistema de embalaje</a:t>
            </a:r>
            <a:br>
              <a:rPr lang="es-ES" dirty="0"/>
            </a:br>
            <a:endParaRPr lang="es-CO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77AAADB2-083B-E6D0-6613-07D6C62D6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13" y="1589387"/>
            <a:ext cx="3110266" cy="242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B3E1AB74-3F13-60D0-C991-BB2199592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943" b="5987"/>
          <a:stretch>
            <a:fillRect/>
          </a:stretch>
        </p:blipFill>
        <p:spPr bwMode="auto">
          <a:xfrm>
            <a:off x="557013" y="4226433"/>
            <a:ext cx="3189488" cy="230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620470B7-62D5-65CE-85D0-78CAF424E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038" y="2006600"/>
            <a:ext cx="6513509" cy="41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1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075E-FAD7-668A-11C2-DC9B3741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632BBE43-5EC4-6FFE-EA7E-CC2FB849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286" y="183642"/>
            <a:ext cx="7729728" cy="1188720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/>
              <a:t>accionamiento de un sistema de embalaje</a:t>
            </a:r>
            <a:br>
              <a:rPr lang="es-ES" dirty="0"/>
            </a:br>
            <a:endParaRPr lang="es-CO" dirty="0"/>
          </a:p>
        </p:txBody>
      </p:sp>
      <p:pic>
        <p:nvPicPr>
          <p:cNvPr id="3" name="Imagen 2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B03C4DC1-DBD9-C430-7DAB-9B6742E1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500" y="1740665"/>
            <a:ext cx="7671514" cy="458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45426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9C1DB05358449A36A11C7CB727ADC" ma:contentTypeVersion="6" ma:contentTypeDescription="Create a new document." ma:contentTypeScope="" ma:versionID="50236e3d09dc966b29366265926ff489">
  <xsd:schema xmlns:xsd="http://www.w3.org/2001/XMLSchema" xmlns:xs="http://www.w3.org/2001/XMLSchema" xmlns:p="http://schemas.microsoft.com/office/2006/metadata/properties" xmlns:ns3="0f73fd35-6083-4726-b989-400b383ca338" targetNamespace="http://schemas.microsoft.com/office/2006/metadata/properties" ma:root="true" ma:fieldsID="506cf2f9b7d58047c8064da9b0fef16b" ns3:_="">
    <xsd:import namespace="0f73fd35-6083-4726-b989-400b383ca3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3fd35-6083-4726-b989-400b383ca3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73fd35-6083-4726-b989-400b383ca338" xsi:nil="true"/>
  </documentManagement>
</p:properties>
</file>

<file path=customXml/itemProps1.xml><?xml version="1.0" encoding="utf-8"?>
<ds:datastoreItem xmlns:ds="http://schemas.openxmlformats.org/officeDocument/2006/customXml" ds:itemID="{0C5A904F-A4C8-494A-8277-F48BA85BCA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F17481-8039-4D70-AC62-CF5CF17128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73fd35-6083-4726-b989-400b383ca3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3DC7B7-23ED-4B60-BD57-10304F6A7CF5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0f73fd35-6083-4726-b989-400b383ca33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36</TotalTime>
  <Words>228</Words>
  <Application>Microsoft Office PowerPoint</Application>
  <PresentationFormat>Panorámica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Paquete</vt:lpstr>
      <vt:lpstr>   Braham J. Garzón Jeisson Cante Johan peña  David verano  Juan Sánchez  </vt:lpstr>
      <vt:lpstr>1) Planteamiento del problema.  Problemática en el sector industrial de las embaladoras de correas </vt:lpstr>
      <vt:lpstr>      Formulación del problema     </vt:lpstr>
      <vt:lpstr>   Objetivos  </vt:lpstr>
      <vt:lpstr>Diseño conceptual y modelado 3D</vt:lpstr>
      <vt:lpstr> planos electrónicos del accionamiento de un sistema de embalaje </vt:lpstr>
      <vt:lpstr> accionamiento de un sistema de embalaje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BRAHAM JAIR GARZON MUÑOZ</dc:creator>
  <cp:lastModifiedBy>BRAHAM JAIR GARZON MUÑOZ</cp:lastModifiedBy>
  <cp:revision>1</cp:revision>
  <dcterms:created xsi:type="dcterms:W3CDTF">2025-11-12T00:59:13Z</dcterms:created>
  <dcterms:modified xsi:type="dcterms:W3CDTF">2025-11-12T01:36:39Z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0x010100E329C1DB05358449A36A11C7CB727ADC</vt:lpwstr>
  </property>
</Properties>
</file>